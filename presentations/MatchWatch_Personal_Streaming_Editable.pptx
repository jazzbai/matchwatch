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next chapter of MatchWatch, building on the earlier fans + venues + matches concept. All text, shapes, and diagram elements on this slide are editable. Personal media includes broadcasts, private recordings, uploads, and saved YouTube links. Production connection settings and a physical GoPro test remain. AI recaps and direct smart-glasses integration are future plans, not current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matchwatch.u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33832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78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indent="0" marL="0">
              <a:buNone/>
            </a:pPr>
            <a:r>
              <a:rPr lang="en-US" sz="4400" b="1" dirty="0">
                <a:solidFill>
                  <a:srgbClr val="FF7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36192" y="3566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Watch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554480" y="84124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channel • your games • your media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06440" y="457200"/>
            <a:ext cx="157276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FF7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79592" y="5943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7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STREAMING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93192" y="1179576"/>
            <a:ext cx="6986016" cy="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89888"/>
            <a:ext cx="4251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game.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channel.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media.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20624" y="333756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space to broadcast your games, keep recordings, and collect the sports videos you love.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4288536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FF7EF"/>
          </a:solidFill>
          <a:ln w="15240">
            <a:solidFill>
              <a:srgbClr val="FF7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4434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7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" y="4764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gets a home for their sports media — from the live moment to the replay worth keeping.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742432" y="2679192"/>
            <a:ext cx="0" cy="594360"/>
          </a:xfrm>
          <a:prstGeom prst="line">
            <a:avLst/>
          </a:prstGeom>
          <a:noFill/>
          <a:ln w="25400">
            <a:solidFill>
              <a:srgbClr val="078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4142232"/>
            <a:ext cx="-603504" cy="521208"/>
          </a:xfrm>
          <a:prstGeom prst="line">
            <a:avLst/>
          </a:prstGeom>
          <a:noFill/>
          <a:ln w="25400">
            <a:solidFill>
              <a:srgbClr val="FF7C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4142232"/>
            <a:ext cx="594360" cy="521208"/>
          </a:xfrm>
          <a:prstGeom prst="line">
            <a:avLst/>
          </a:prstGeom>
          <a:noFill/>
          <a:ln w="25400">
            <a:solidFill>
              <a:srgbClr val="078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5504" y="1719072"/>
            <a:ext cx="1143000" cy="11430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78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2130552"/>
            <a:ext cx="99669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3136392"/>
            <a:ext cx="1371600" cy="1371600"/>
          </a:xfrm>
          <a:prstGeom prst="ellipse">
            <a:avLst/>
          </a:prstGeom>
          <a:solidFill>
            <a:srgbClr val="078EE8"/>
          </a:solidFill>
          <a:ln w="20320">
            <a:solidFill>
              <a:srgbClr val="078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3630168"/>
            <a:ext cx="12252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599432"/>
            <a:ext cx="1143000" cy="11430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F7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5010912"/>
            <a:ext cx="99669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599432"/>
            <a:ext cx="1143000" cy="11430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78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5010912"/>
            <a:ext cx="99669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59161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person. One dashboard.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411480" y="6464808"/>
            <a:ext cx="3364992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6574536"/>
            <a:ext cx="3063240" cy="265176"/>
          </a:xfrm>
          <a:prstGeom prst="roundRect">
            <a:avLst>
              <a:gd name="adj" fmla="val 34483"/>
            </a:avLst>
          </a:prstGeom>
          <a:solidFill>
            <a:srgbClr val="168FE9"/>
          </a:solidFill>
          <a:ln w="15240">
            <a:solidFill>
              <a:srgbClr val="168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6643116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YOUR CHANNEL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6940296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yours.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" y="726948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your broadcasts, recordings, and favorites in your own account.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005072" y="6464808"/>
            <a:ext cx="3364992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42232" y="6574536"/>
            <a:ext cx="3063240" cy="265176"/>
          </a:xfrm>
          <a:prstGeom prst="roundRect">
            <a:avLst>
              <a:gd name="adj" fmla="val 34483"/>
            </a:avLst>
          </a:prstGeom>
          <a:solidFill>
            <a:srgbClr val="F77B21"/>
          </a:solidFill>
          <a:ln w="15240">
            <a:solidFill>
              <a:srgbClr val="F77B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28" y="6643116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GO LIVE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60520" y="6940296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view.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160520" y="726948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 compatible GoPro through RTMP. Share a watch link with your crowd.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411480" y="7763256"/>
            <a:ext cx="3364992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7872984"/>
            <a:ext cx="3063240" cy="265176"/>
          </a:xfrm>
          <a:prstGeom prst="roundRect">
            <a:avLst>
              <a:gd name="adj" fmla="val 34483"/>
            </a:avLst>
          </a:prstGeom>
          <a:solidFill>
            <a:srgbClr val="888888"/>
          </a:solidFill>
          <a:ln w="15240">
            <a:solidFill>
              <a:srgbClr val="888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794156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SAVE &amp; ORGANIZE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" y="823874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moments.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" y="856792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videos, save broadcasts, and organize your private library by sport.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4005072" y="7763256"/>
            <a:ext cx="3364992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42232" y="7872984"/>
            <a:ext cx="3063240" cy="265176"/>
          </a:xfrm>
          <a:prstGeom prst="roundRect">
            <a:avLst>
              <a:gd name="adj" fmla="val 34483"/>
            </a:avLst>
          </a:prstGeom>
          <a:solidFill>
            <a:srgbClr val="222222"/>
          </a:solidFill>
          <a:ln w="15240">
            <a:solidFill>
              <a:srgbClr val="2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24528" y="794156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WATCH &amp; FAVORITE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60520" y="823874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collection.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160520" y="856792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match recaps and sports video links. Watch the originals on YouTube.</a:t>
            </a:r>
            <a:endParaRPr lang="en-US" sz="970" dirty="0"/>
          </a:p>
        </p:txBody>
      </p:sp>
      <p:sp>
        <p:nvSpPr>
          <p:cNvPr id="45" name="Text 43">
            <a:hlinkClick r:id="rId1" tooltip=""/>
          </p:cNvPr>
          <p:cNvSpPr/>
          <p:nvPr/>
        </p:nvSpPr>
        <p:spPr>
          <a:xfrm>
            <a:off x="411480" y="9189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u="sng" dirty="0">
                <a:solidFill>
                  <a:srgbClr val="F6771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matchwatch.us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411480" y="9564624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destination: stream.matchwatch.us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982980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built; production setup and physical GoPro testing remain.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recaps and smart-glasses support are future plans.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game. Your channel. Your media.</dc:title>
  <dc:subject>Personal streaming and media — next chapter</dc:subject>
  <dc:creator>MatchWatch</dc:creator>
  <cp:lastModifiedBy>MatchWatch</cp:lastModifiedBy>
  <cp:revision>1</cp:revision>
  <dcterms:created xsi:type="dcterms:W3CDTF">2026-10-20T17:48:30Z</dcterms:created>
  <dcterms:modified xsi:type="dcterms:W3CDTF">2026-10-20T17:48:30Z</dcterms:modified>
</cp:coreProperties>
</file>